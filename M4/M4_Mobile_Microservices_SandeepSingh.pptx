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58" r:id="rId5"/>
    <p:sldId id="262" r:id="rId9"/>
    <p:sldId id="259" r:id="rId6"/>
    <p:sldId id="260" r:id="rId7"/>
    <p:sldId id="269" r:id="rId20"/>
    <p:sldId id="270" r:id="rId21"/>
    <p:sldId id="265" r:id="rId12"/>
    <p:sldId id="272" r:id="rId23"/>
    <p:sldId id="267" r:id="rId3"/>
    <p:sldId id="271" r:id="rId22"/>
    <p:sldId id="274" r:id="rId25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50" Type="http://schemas.openxmlformats.org/officeDocument/2006/relationships/image" Target="../media/img_m4_brief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50" Type="http://schemas.openxmlformats.org/officeDocument/2006/relationships/image" Target="../media/img_m4_micro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50" Type="http://schemas.openxmlformats.org/officeDocument/2006/relationships/image" Target="../media/img_m4_mono.png"/><Relationship Id="rId51" Type="http://schemas.openxmlformats.org/officeDocument/2006/relationships/image" Target="../media/img_m4_ms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50" Type="http://schemas.openxmlformats.org/officeDocument/2006/relationships/image" Target="../media/img_m4_cont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50" Type="http://schemas.openxmlformats.org/officeDocument/2006/relationships/image" Target="../media/img_m4_runit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#3 — on a phone + a service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5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30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Mobile first (live on your phone); then a quick notifications service.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Generate RN screens → paste into Expo Snack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Scan the QR → TaskFlow on your phone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Claude Code: a small notifications service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Generate its OpenAPI doc + Dockerfile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Build3_Lab_Guide.md   ·   TaskFlow_Brief.md   ·   Mobile_and_Microservices_Cheatsheet.md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 ·  12:55–1:45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 &amp; Microservices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lands on your phone via Expo, and gains a notifications microservice with generated API docs.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mobile with AI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prompt-driven path from idea to a real app on your own phone.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runs on iOS and Android — no native tooling to install.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phone in minutes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screens; run them live on your device via a QR code.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on your phone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app that loads your project instantly — no App Store, no build.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talks to your web app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companion calls the same TaskFlow API you built in M3.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— both iOS and Android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run it on your phone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with AI assistance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5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 system into small services — but only when it earns its keep.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your architecture sparring partner: it proposes service boundaries, flags premature splitting, and says when a monolith is still right.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service, one responsibility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boundaries and an API contract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to deploy and scale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monolith is fine — until it isn’t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 vs microservice — when to split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5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5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one deploy — simplest to build &amp; run. Start here.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service — independent scale &amp; lifecycle. Split when needed.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Snack — idea to phone via QR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 ·  Expo Snack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1) GENERATE the screens with Claude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"React Native (Expo) screens for TaskFlow: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 task list + an add-task form"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-&gt; paste the code into snack.expo.dev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2) RUN on your phone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Expo Go app -&gt; Snack "My Device" tab -&gt; QR
</a:t>
            </a:r>
            <a:r>
              <a:rPr lang="en-US" sz="11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scan it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(iOS: Camera · Android: in Expo Go)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-&gt; live on your phone, reloads as you edit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3) No phone?  Snack </a:t>
            </a:r>
            <a:r>
              <a:rPr lang="en-US" sz="115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"Web"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tab = preview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the browser — no local setup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is free (App Store / Play)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reload as you edit the code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tab is the no-phone fallback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app types, one afternoon — a phone app and a service.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spec, new shapes: React Native for the phone, a microservice for the backend — with Claude as your architecture sparring partner.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#3 pipeline — phone + service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React Native screens for TaskFlow.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phone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Expo Snack; scan the QR with Expo Go.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service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 small notifications microservice.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its OpenAPI doc and a Dockerfile.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 types in 30 minutes — mostly hands-on mobile, a guided tour of the service.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 &amp; docs — OpenAPI, kept in sync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openapi.yaml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generated from the service — openapi.yaml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openapi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3.0.0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info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{ title: TaskFlow Notifications, v: 1.0 }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paths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
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/notify:
</a:t>
            </a:r>
            <a:r>
              <a:rPr lang="en-US" sz="11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post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summary: notify about a task
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body: { taskId, message }
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responses: { 200: sent, 400: invalid }
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/health:
</a:t>
            </a:r>
            <a:r>
              <a:rPr lang="en-US" sz="11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get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   liveness check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code — not hand-written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API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 every change — no drift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docs, clients and tests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— ship it anywhere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5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packages your service so it runs the same everywhere.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a Dockerfile from your service — no DevOps degree needed. Think of it as a recipe: base image, copy code, install, run.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= the recipe to build the image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runs on any machine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“works on my machine”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Survey-level today — the concept, not the deep end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— live on your phone, service up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5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30 minutes: TaskFlow on your phone and a documented service.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neighbour the app on your actual phone — then the OpenAPI doc and Dockerfile Claude generated for the notifications service.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list + add, live via Expo Go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talks to your M3 web API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service running in Replit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+ Dockerfile as artifacts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40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Build3_Lab_Guide.md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#3 (mobile + service)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TaskFlow_Brief.md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anchor-project brief (from M2)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Your spec — reference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Monolith_vs_Microservice.md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When to split vs stay a monolith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for the service part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Mobile_and_Microservices_Cheatsheet.md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Expo Snack, OpenAPI &amp; Docker steps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Deploy / run reference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split — the honest guide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20" name="Split"/>
          <p:cNvGraphicFramePr>
            <a:graphicFrameLocks noGrp="1"/>
          </p:cNvGraphicFramePr>
          <p:nvPr/>
        </p:nvGraphicFramePr>
        <p:xfrm>
          <a:off x="502920" y="1620000"/>
          <a:ext cx="11183112" cy="3980000"/>
        </p:xfrm>
        <a:graphic>
          <a:graphicData uri="http://schemas.openxmlformats.org/drawingml/2006/table">
            <a:tbl>
              <a:tblPr firstRow="1" bandRow="1"/>
              <a:tblGrid>
                <a:gridCol w="5591556"/>
                <a:gridCol w="5591556"/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Stay a monolith when…</a:t>
                      </a:r>
                    </a:p>
                  </a:txBody>
                  <a:tcPr marL="82296" marR="82296" marT="45720" marB="45720" anchor="ctr">
                    <a:solidFill>
                      <a:srgbClr val="2D7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Split into a service when…</a:t>
                      </a:r>
                    </a:p>
                  </a:txBody>
                  <a:tcPr marL="82296" marR="82296" marT="45720" marB="45720" anchor="ctr">
                    <a:solidFill>
                      <a:srgbClr val="1FB6A6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Small team, early product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part needs to scale on its own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One deploy keeps life simple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piece has its own release cadence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domain is still changing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clear, stable boundary exists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Simplicity matters most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separate team owns that piece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Default — start here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Split when the pain is real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three app types, one spec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phone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now runs on your actual device.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Decomposed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split off a service — and know when not to.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describes itself with OpenAPI.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means it runs anywhere.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 and a service — all from one spec. Next: extend TaskFlow with MCP, Skills and sub-agents.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